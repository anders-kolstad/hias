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1650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2F44-3777-477F-80B4-4D64DFD1DB0C}" type="datetimeFigureOut">
              <a:rPr lang="nb-NO" smtClean="0"/>
              <a:t>12.12.2025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665BB-0C74-4E42-8C8D-BB0EA37F631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92395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2F44-3777-477F-80B4-4D64DFD1DB0C}" type="datetimeFigureOut">
              <a:rPr lang="nb-NO" smtClean="0"/>
              <a:t>12.12.2025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665BB-0C74-4E42-8C8D-BB0EA37F631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03075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2F44-3777-477F-80B4-4D64DFD1DB0C}" type="datetimeFigureOut">
              <a:rPr lang="nb-NO" smtClean="0"/>
              <a:t>12.12.2025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665BB-0C74-4E42-8C8D-BB0EA37F631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79839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2F44-3777-477F-80B4-4D64DFD1DB0C}" type="datetimeFigureOut">
              <a:rPr lang="nb-NO" smtClean="0"/>
              <a:t>12.12.2025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665BB-0C74-4E42-8C8D-BB0EA37F631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47795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2F44-3777-477F-80B4-4D64DFD1DB0C}" type="datetimeFigureOut">
              <a:rPr lang="nb-NO" smtClean="0"/>
              <a:t>12.12.2025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665BB-0C74-4E42-8C8D-BB0EA37F631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8294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2F44-3777-477F-80B4-4D64DFD1DB0C}" type="datetimeFigureOut">
              <a:rPr lang="nb-NO" smtClean="0"/>
              <a:t>12.12.2025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665BB-0C74-4E42-8C8D-BB0EA37F631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96749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2F44-3777-477F-80B4-4D64DFD1DB0C}" type="datetimeFigureOut">
              <a:rPr lang="nb-NO" smtClean="0"/>
              <a:t>12.12.2025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665BB-0C74-4E42-8C8D-BB0EA37F631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3946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2F44-3777-477F-80B4-4D64DFD1DB0C}" type="datetimeFigureOut">
              <a:rPr lang="nb-NO" smtClean="0"/>
              <a:t>12.12.2025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665BB-0C74-4E42-8C8D-BB0EA37F631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79405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2F44-3777-477F-80B4-4D64DFD1DB0C}" type="datetimeFigureOut">
              <a:rPr lang="nb-NO" smtClean="0"/>
              <a:t>12.12.2025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665BB-0C74-4E42-8C8D-BB0EA37F631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55784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2F44-3777-477F-80B4-4D64DFD1DB0C}" type="datetimeFigureOut">
              <a:rPr lang="nb-NO" smtClean="0"/>
              <a:t>12.12.2025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665BB-0C74-4E42-8C8D-BB0EA37F631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39594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2F44-3777-477F-80B4-4D64DFD1DB0C}" type="datetimeFigureOut">
              <a:rPr lang="nb-NO" smtClean="0"/>
              <a:t>12.12.2025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665BB-0C74-4E42-8C8D-BB0EA37F631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28312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92F44-3777-477F-80B4-4D64DFD1DB0C}" type="datetimeFigureOut">
              <a:rPr lang="nb-NO" smtClean="0"/>
              <a:t>12.12.2025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665BB-0C74-4E42-8C8D-BB0EA37F631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5325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90918B-2BB8-78F5-827D-CAB54C4B2A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39" r="8839"/>
          <a:stretch/>
        </p:blipFill>
        <p:spPr>
          <a:xfrm>
            <a:off x="6707341" y="196895"/>
            <a:ext cx="2288399" cy="27798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D3B1AB-4280-62E7-DAE1-70230C9D6E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68172" y="176978"/>
            <a:ext cx="3152175" cy="31521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FCA98E8-7CF6-AB5F-BB76-4601782B58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81811" y="3582047"/>
            <a:ext cx="4913928" cy="3275952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A6DBC17E-07E5-60C1-1FDF-CF713D655D99}"/>
              </a:ext>
            </a:extLst>
          </p:cNvPr>
          <p:cNvSpPr/>
          <p:nvPr/>
        </p:nvSpPr>
        <p:spPr>
          <a:xfrm>
            <a:off x="5979119" y="2245585"/>
            <a:ext cx="643626" cy="731112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AA8B6CA7-C4A5-4E4E-5972-597F8B69BAC1}"/>
              </a:ext>
            </a:extLst>
          </p:cNvPr>
          <p:cNvSpPr/>
          <p:nvPr/>
        </p:nvSpPr>
        <p:spPr>
          <a:xfrm rot="5400000">
            <a:off x="7558139" y="3115670"/>
            <a:ext cx="734690" cy="671611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52EBFFE-C9F6-AEB6-E99C-AC9A7B11748D}"/>
              </a:ext>
            </a:extLst>
          </p:cNvPr>
          <p:cNvGrpSpPr/>
          <p:nvPr/>
        </p:nvGrpSpPr>
        <p:grpSpPr>
          <a:xfrm>
            <a:off x="295383" y="3234087"/>
            <a:ext cx="3190469" cy="3246495"/>
            <a:chOff x="242892" y="110870"/>
            <a:chExt cx="3190469" cy="324649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DA36E3F-A43E-1DEB-D361-B4AF8D6C0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281186" y="205190"/>
              <a:ext cx="3152175" cy="3152175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BC6B26A-D27D-EEE2-3B8D-D16E152C6A60}"/>
                </a:ext>
              </a:extLst>
            </p:cNvPr>
            <p:cNvSpPr txBox="1"/>
            <p:nvPr/>
          </p:nvSpPr>
          <p:spPr>
            <a:xfrm>
              <a:off x="242892" y="110870"/>
              <a:ext cx="5633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b-NO" sz="3200" dirty="0"/>
                <a:t>B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0A66AA0-0CE2-B8F4-61E6-59B079DCAF35}"/>
              </a:ext>
            </a:extLst>
          </p:cNvPr>
          <p:cNvSpPr txBox="1"/>
          <p:nvPr/>
        </p:nvSpPr>
        <p:spPr>
          <a:xfrm>
            <a:off x="3747641" y="176978"/>
            <a:ext cx="56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200" dirty="0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5C8B0D-3F7A-2904-DD01-2D4F1BD101FC}"/>
              </a:ext>
            </a:extLst>
          </p:cNvPr>
          <p:cNvSpPr txBox="1"/>
          <p:nvPr/>
        </p:nvSpPr>
        <p:spPr>
          <a:xfrm>
            <a:off x="6293657" y="114698"/>
            <a:ext cx="56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200" dirty="0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0213AD-353A-85C2-E09F-0AC2A4F6D808}"/>
              </a:ext>
            </a:extLst>
          </p:cNvPr>
          <p:cNvSpPr txBox="1"/>
          <p:nvPr/>
        </p:nvSpPr>
        <p:spPr>
          <a:xfrm>
            <a:off x="4006963" y="3518289"/>
            <a:ext cx="56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200" dirty="0"/>
              <a:t>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61C58DB-5550-FAA4-FC6D-8BA106CD022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348" r="6348"/>
          <a:stretch/>
        </p:blipFill>
        <p:spPr>
          <a:xfrm>
            <a:off x="535406" y="217889"/>
            <a:ext cx="2751988" cy="31521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018849-C172-35D2-8E53-6EA7792EAAB0}"/>
              </a:ext>
            </a:extLst>
          </p:cNvPr>
          <p:cNvSpPr txBox="1"/>
          <p:nvPr/>
        </p:nvSpPr>
        <p:spPr>
          <a:xfrm>
            <a:off x="303293" y="180919"/>
            <a:ext cx="56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200" dirty="0"/>
              <a:t>A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5AC920A2-24DE-96A8-6721-07B25982C953}"/>
              </a:ext>
            </a:extLst>
          </p:cNvPr>
          <p:cNvSpPr/>
          <p:nvPr/>
        </p:nvSpPr>
        <p:spPr>
          <a:xfrm>
            <a:off x="3325936" y="1572917"/>
            <a:ext cx="643627" cy="731112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98ED87C1-C1AD-DF9E-F11E-070C2AE7F819}"/>
              </a:ext>
            </a:extLst>
          </p:cNvPr>
          <p:cNvSpPr/>
          <p:nvPr/>
        </p:nvSpPr>
        <p:spPr>
          <a:xfrm>
            <a:off x="3058227" y="114698"/>
            <a:ext cx="563358" cy="6538111"/>
          </a:xfrm>
          <a:prstGeom prst="rightBrace">
            <a:avLst>
              <a:gd name="adj1" fmla="val 8333"/>
              <a:gd name="adj2" fmla="val 27429"/>
            </a:avLst>
          </a:prstGeom>
          <a:ln w="38100">
            <a:solidFill>
              <a:srgbClr val="A5A5A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10379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5</Words>
  <Application>Microsoft Office PowerPoint</Application>
  <PresentationFormat>On-screen Show (4:3)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Anders Kolstad</dc:creator>
  <cp:lastModifiedBy>Anders Kolstad</cp:lastModifiedBy>
  <cp:revision>12</cp:revision>
  <dcterms:created xsi:type="dcterms:W3CDTF">2024-02-28T13:00:15Z</dcterms:created>
  <dcterms:modified xsi:type="dcterms:W3CDTF">2025-12-12T13:26:54Z</dcterms:modified>
</cp:coreProperties>
</file>